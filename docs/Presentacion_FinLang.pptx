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FinLang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lenguaje de dominio específico para finanzas personales y préstamos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Parcial (Hito 1) · Analizadores léxico, sintáctico y semántico con ANTLR4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[Curso] · [Profesor] · [Integrantes del grupo] · [URL de GitHub]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y objetivos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FinLang · Hito 1 ·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en el Perú: TEA, TCEA, cuotas y cronogramas.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cálculo: no distinguen PEN / USD / %, fácil mezclar monedas.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validan reglas: tasas negativas, plazos no enteros, montos nulos.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058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 tipado: dinero, tasa y préstamo como tipos de primera clase.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errores financieros en compilación.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1: léxico + sintaxis + semántica en ANTLR4 (10 errores semánticos).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FinLang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FinLang · Hito 1 ·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00" cy="3566160"/>
          </a:xfrm>
          <a:prstGeom prst="rect">
            <a:avLst/>
          </a:prstGeom>
          <a:solidFill>
            <a:srgbClr val="EEF3F8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078992"/>
            <a:ext cx="435254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prestamo auto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monto: 30000 USD;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tea: 12%;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plazo: 36;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dinero cuota1 = cuota(auto);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dinero[PEN] enSoles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convertir(cuota1, PEN, 3.75);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(enSoles &gt; 1500 PEN)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mostrar "Cuota alta";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cronograma auto;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00584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Literales propios: 500 PEN, 12%.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Declaraciones, asignaciones y expresiones.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 sino, mientras, para.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prestamo, cuota, interesTotal, convertir, cronograma.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léxico y sintáctico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FinLang · Hito 1 ·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Léxico (ANTLR4)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num, dinero, tasa, bool.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Monedas: PEN, USD, EUR.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NUMERO, PORCENTAJE, STRING, ID.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inválidos → error [LEX].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058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(CFG)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gramáticas: declaración, asignación, expresión, selectiva, iterativa, préstamo/reportes.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derivaciones más a la izquierda por gramática.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Precedencia por niveles de no terminales.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8229600" cy="1508760"/>
          </a:xfrm>
          <a:prstGeom prst="rect">
            <a:avLst/>
          </a:prstGeom>
          <a:solidFill>
            <a:srgbClr val="EEF3F8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227832"/>
            <a:ext cx="801014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  → expr '||' andE | andE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andE  → andE '&amp;&amp;' eqE | eqE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  → relE '&gt;' addE | ... | addE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  → addE '+' mulE | ... | mulE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   → '-' unE | '!' unE | prim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semántico: 10 errores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FinLang · Hito 1 · 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931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no declarada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duplicado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incompatibles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Mezcla de monedas (PEN + USD)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 inválida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4023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negativa o fuera de rango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o plazo inválido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 no booleana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 un préstamo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dinero sin moneda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429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símbolos por ámbito + sistema de tipos que incluye la moneda: dinero[PEN] ≠ dinero[USD].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demo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FinLang · Hito 1 ·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468880"/>
          </a:xfrm>
          <a:prstGeom prst="rect">
            <a:avLst/>
          </a:prstGeom>
          <a:solidFill>
            <a:srgbClr val="EEF3F8"/>
          </a:solidFill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078992"/>
            <a:ext cx="801014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main.py tests/err_multiple.fin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[E06] Línea 2:40 - la TEA -12% no es válida (tasa negativa)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[E04] Línea 3:16 - no se pueden mezclar monedas (PEN y USD)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[E08] Línea 5:5  - la condición debe ser bool, se encontró num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[E01] Línea 6:9  - 'saldoFinal' no ha sido declarado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run_tests.py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OK, 0 FAIL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programas válidos y 17 inválidos, cada uno con su resultado esperado.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con --tokens y --tree para mostrar cada etapa.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siguientes pasos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FinLang · Hito 1 ·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con unidad evitan errores financieros antes de ejecutar.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hito cubre léxico, sintaxis y semántica con 10 errores verificados.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058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real de cuotas, cronograma y TCEA.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código con LLVM.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validaciones del dominio.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FinLang - Presentación Hito 1</dc:title>
  <dc:subject>PptxGenJS Presentation</dc:subject>
  <dc:creator>PptxGenJS</dc:creator>
  <cp:lastModifiedBy>PptxGenJS</cp:lastModifiedBy>
  <cp:revision>1</cp:revision>
  <dcterms:created xsi:type="dcterms:W3CDTF">2026-10-06T03:38:32Z</dcterms:created>
  <dcterms:modified xsi:type="dcterms:W3CDTF">2026-10-06T03:38:32Z</dcterms:modified>
</cp:coreProperties>
</file>